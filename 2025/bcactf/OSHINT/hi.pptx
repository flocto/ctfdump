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5" Type="http://schemas.openxmlformats.org/officeDocument/2006/relationships/slide" Target="slides/slide1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hi, welcome to this part.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realized to torture, we’re going to have to include a bit of everything!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d3419cd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d3419cd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d3419cd6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d3419cd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d3419cd6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d3419cd6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d3419cd6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d3419cd6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d3419cd6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d3419cd6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d3419cd6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d3419cd6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d3419cd6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d3419cd6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d3419cd6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d3419cd6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d3419cd6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d3419cd6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d3419cd6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d3419cd6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d3419cd6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d3419cd6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d3419cd6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d3419cd6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d3419cd6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d3419cd6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d3419cd6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d3419cd6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d3419cd6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d3419cd6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d3419cd6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d3419cd6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d3419cd6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d3419cd6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d3419cd6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d3419cd6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lt1"/>
                </a:highlight>
              </a:rPr>
              <a:t>https://docs.google.com/document/d/1di0Uas_t51EGFtGvNUxZN5JpUgpJ9aFSYk2fy-NKJLI/edit?usp=sharing</a:t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d3419cd6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d3419cd6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d3419cd6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d3419cd6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d3419cd6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d3419cd6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d3419cd6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d3419cd6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d3419cd6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d3419cd6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d3419cd6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d3419cd6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d3419cd6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d3419cd6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d3419cd6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d3419cd6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d3419cd6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3d3419cd6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d3419cd6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d3419cd6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d3419cd6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3d3419cd6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d3419cd6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3d3419cd6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d3419cd63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d3419cd6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d3419cd6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3d3419cd6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d3419cd6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d3419cd6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d3419cd63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3d3419cd6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3d3419cd6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3d3419cd6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d3419cd6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3d3419cd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d3419cd63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3d3419cd63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3d3419cd6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3d3419cd6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d3419cd6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d3419cd6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d3419cd6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3d3419cd6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d3419cd6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3d3419cd6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d3419cd63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3d3419cd63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d3419cd6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d3419cd6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3d3419cd63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3d3419cd63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d3419cd6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3d3419cd6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3d3419cd6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3d3419cd6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d3419cd6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3d3419cd6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d3419cd6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d3419cd6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d3419cd63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3d3419cd6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d3419cd6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3d3419cd6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d3419cd63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d3419cd63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3d3419cd6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3d3419cd6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3d3419cd6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3d3419cd6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3d3419cd63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3d3419cd6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3d3419cd6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3d3419cd6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3d3419cd6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3d3419cd6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https://docs.google.com/document/d/1di0Uas_t51EGFtGvNUxZN5JpUgpJ9aFSYk2fy-NKJLI/edit?usp=sharing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3d3419cd63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3d3419cd63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3d3419cd63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3d3419cd63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3d3419cd63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3d3419cd63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d3419cd63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d3419cd63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d3419cd63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3d3419cd63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3d3419cd63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3d3419cd63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d3419cd63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3d3419cd63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3d3419cd63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3d3419cd63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3d3419cd6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3d3419cd6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3d3419cd63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3d3419cd63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you think you’re really that good at osint? fine. one LAST challenge. if u get it, i give up.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https://docs.google.com/document/d/13SIiPtMteR5i0OUx5FnYf-X37NrjlubZeHB6igLJLbc/edit?usp=sharing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3d3419cd63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3d3419cd63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3d3419cd63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3d3419cd63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3d3419cd63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3d3419cd63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3d3419cd63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3d3419cd63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3d3419cd63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3d3419cd63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3d3419cd63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3d3419cd63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3d3419cd6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3d3419cd6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d3419cd6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d3419cd6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3d3419cd63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3d3419cd63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3d3419cd63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3d3419cd63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3d3419cd63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3d3419cd63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3d3419cd63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3d3419cd63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d3419cd63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d3419cd63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3d3419cd63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3d3419cd63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3d3419cd63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3d3419cd63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3d3419cd63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3d3419cd63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d3419cd63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d3419cd63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3d3419cd63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3d3419cd63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3d3419cd63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3d3419cd63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3d3419cd63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3d3419cd63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3d3419cd63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3d3419cd63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3d3419cd63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3d3419cd63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3d3419cd63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3d3419cd63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3d3419cd6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3d3419cd6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https://docs.google.com/document/d/1di0Uas_t51EGFtGvNUxZN5JpUgpJ9aFSYk2fy-NKJLI/edit?usp=sharing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3d3419cd63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3d3419cd63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3d3419cd63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3d3419cd63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3d3419cd63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3d3419cd63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3d3419cd63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3d3419cd63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3d3419cd63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3d3419cd63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3d3419cd63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3d3419cd63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3d3419cd63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3d3419cd63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3d3419cd63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3d3419cd63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3d3419cd63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3d3419cd63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3d3419cd63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3d3419cd63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3d3419cd63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3d3419cd63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3d3419cd63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3d3419cd63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3d3419cd63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3d3419cd63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3d3419cd63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3d3419cd63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3d3419cd63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3d3419cd63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3d3419cd63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3d3419cd63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3d3419cd63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3d3419cd63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d3419cd63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d3419cd63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3d3419cd63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3d3419cd63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3d3419cd63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3d3419cd63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3d3419cd63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3d3419cd6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3d3419cd63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3d3419cd63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3d3419cd63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3d3419cd63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3d3419cd63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3d3419cd63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3d3419cd63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3d3419cd63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3d3419cd6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3d3419cd6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3d3419cd63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3d3419cd63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3d3419cd63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3d3419cd63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3d3419cd63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3d3419cd6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3d3419cd63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3d3419cd63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3d3419cd63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3d3419cd63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3d3419cd63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3d3419cd63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3d3419cd63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3d3419cd63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3d3419cd63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3d3419cd63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3d3419cd6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3d3419cd6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3d3419cd63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3d3419cd63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3d3419cd63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3d3419cd63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3d3419cd63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3d3419cd63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3d3419cd63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3d3419cd63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3d3419cd63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3d3419cd63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3d3419cd6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3d3419cd6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3d3419cd63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3d3419cd63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3d3419cd63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3d3419cd63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3d3419cd6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3d3419cd6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3d3419cd63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3d3419cd63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3d3419cd63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3d3419cd63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3d3419cd63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3d3419cd6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https://docs.google.com/document/d/1di0Uas_t51EGFtGvNUxZN5JpUgpJ9aFSYk2fy-NKJLI/edit?usp=sharing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3d3419cd63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3d3419cd63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3d3419cd63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3d3419cd63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3d3419cd63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3d3419cd63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3d3419cd63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3d3419cd63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3d3419cd63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3d3419cd63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3d3419cd63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3d3419cd63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3d3419cd63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3d3419cd63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3d3419cd63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3d3419cd63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3d3419cd63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3d3419cd63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3d3419cd63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3d3419cd63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3d3419cd63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3d3419cd63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3d3419cd63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3d3419cd63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1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1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97"/>
          <p:cNvSpPr txBox="1"/>
          <p:nvPr/>
        </p:nvSpPr>
        <p:spPr>
          <a:xfrm>
            <a:off x="6190000" y="142125"/>
            <a:ext cx="29958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bcactf{wow_t0rture_is_3z}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595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Google Shape;680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Google Shape;785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0" name="Google Shape;800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42125"/>
            <a:ext cx="4419600" cy="439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